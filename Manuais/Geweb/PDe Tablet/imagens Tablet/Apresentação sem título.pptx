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colocar logo do Geweb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758956bf6_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758956bf6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Força de Vendas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0150"/>
            <a:ext cx="3994500" cy="372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