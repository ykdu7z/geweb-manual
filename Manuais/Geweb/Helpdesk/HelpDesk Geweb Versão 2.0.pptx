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6858000" cy="9144000"/>
  <p:embeddedFontLst>
    <p:embeddedFont>
      <p:font typeface="Robot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regular.fntdata"/><Relationship Id="rId10" Type="http://schemas.openxmlformats.org/officeDocument/2006/relationships/slide" Target="slides/slide6.xml"/><Relationship Id="rId13" Type="http://schemas.openxmlformats.org/officeDocument/2006/relationships/font" Target="fonts/Roboto-italic.fntdata"/><Relationship Id="rId12" Type="http://schemas.openxmlformats.org/officeDocument/2006/relationships/font" Target="fonts/Roboto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font" Target="fonts/Robot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4c0a54831e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4c0a54831e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4c0a54831e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4c0a54831e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4c0a54831e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4c0a54831e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4c0a54831e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4c0a54831e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4c0a54831e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4c0a54831e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HelpDesk - Geweb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Realizar a abertura de tickets e acompanhamento de suas demandas, ficou ainda mais fácil usando o sistema de HelpDesk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pt-BR"/>
              <a:t>E agora seus parceiros e fornecedores podem ter acesso para abertura de chamados.</a:t>
            </a:r>
            <a:endParaRPr/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000" y="179625"/>
            <a:ext cx="1905000" cy="58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7" cy="21499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319725" y="2651150"/>
            <a:ext cx="7335600" cy="20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Acesso helpDesk pode ser feito por dentro do sistema, ou </a:t>
            </a:r>
            <a:r>
              <a:rPr lang="pt-BR"/>
              <a:t>através</a:t>
            </a:r>
            <a:r>
              <a:rPr lang="pt-BR"/>
              <a:t> de um link que será disponibilizado realizando o acesso com cnpj + email</a:t>
            </a:r>
            <a:br>
              <a:rPr lang="pt-BR"/>
            </a:br>
            <a:br>
              <a:rPr lang="pt-BR"/>
            </a:br>
            <a:r>
              <a:rPr lang="pt-BR"/>
              <a:t>Onde o e-mail será a identificação do solicitante ligado ao cliente.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OBS* Apenas para uso de integradores externo que não tenham acesso ao sistema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http://acesso.geweb.com.br/helpdesk/login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/>
        </p:nvSpPr>
        <p:spPr>
          <a:xfrm>
            <a:off x="319725" y="2651150"/>
            <a:ext cx="7335600" cy="11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Mudança na interface: Adicionado  paginação com limite de 25 registros por </a:t>
            </a:r>
            <a:r>
              <a:rPr lang="pt-BR"/>
              <a:t>página</a:t>
            </a:r>
            <a:endParaRPr/>
          </a:p>
        </p:txBody>
      </p:sp>
      <p:pic>
        <p:nvPicPr>
          <p:cNvPr id="99" name="Google Shape;9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524715" cy="234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/>
        </p:nvSpPr>
        <p:spPr>
          <a:xfrm>
            <a:off x="4838475" y="424525"/>
            <a:ext cx="4100700" cy="13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Outra mudança, foi adicionado o filtro de tipo de chamado.</a:t>
            </a:r>
            <a:br>
              <a:rPr lang="pt-BR"/>
            </a:br>
            <a:r>
              <a:rPr lang="pt-BR"/>
              <a:t>Agora na abertura do chamado o cliente pode informar qual o tipo de chamado, agilizando assim seu atendimento junto a equipe GeWeb.</a:t>
            </a:r>
            <a:endParaRPr/>
          </a:p>
        </p:txBody>
      </p:sp>
      <p:pic>
        <p:nvPicPr>
          <p:cNvPr id="105" name="Google Shape;10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686070" cy="344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/>
        </p:nvSpPr>
        <p:spPr>
          <a:xfrm>
            <a:off x="5584575" y="814550"/>
            <a:ext cx="3136800" cy="8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Após abertura do chamado a opção de tipo está </a:t>
            </a:r>
            <a:r>
              <a:rPr lang="pt-BR"/>
              <a:t>disponível também para consulta na tela principal.</a:t>
            </a:r>
            <a:r>
              <a:rPr lang="pt-BR"/>
              <a:t> </a:t>
            </a:r>
            <a:endParaRPr/>
          </a:p>
        </p:txBody>
      </p:sp>
      <p:pic>
        <p:nvPicPr>
          <p:cNvPr id="111" name="Google Shape;11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432182" cy="228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591725"/>
            <a:ext cx="8839199" cy="1213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/>
        </p:nvSpPr>
        <p:spPr>
          <a:xfrm>
            <a:off x="555225" y="608775"/>
            <a:ext cx="7335600" cy="26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sistema de Help Desk traz mais agilidade e transparência em suas solicitações</a:t>
            </a:r>
            <a:br>
              <a:rPr lang="pt-BR"/>
            </a:br>
            <a:br>
              <a:rPr lang="pt-BR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t-BR"/>
            </a:br>
            <a:r>
              <a:rPr lang="pt-BR"/>
              <a:t>Ligue: +55 (16) 3877.9161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Email : comercial@geweb.com.br</a:t>
            </a:r>
            <a:br>
              <a:rPr lang="pt-BR"/>
            </a:br>
            <a:r>
              <a:rPr lang="pt-BR"/>
              <a:t>www.geweb.com.br</a:t>
            </a:r>
            <a:endParaRPr/>
          </a:p>
        </p:txBody>
      </p:sp>
      <p:pic>
        <p:nvPicPr>
          <p:cNvPr id="118" name="Google Shape;11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025" y="4199825"/>
            <a:ext cx="1905000" cy="58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