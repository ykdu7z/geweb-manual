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5908bd0d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5908bd0d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5908bd0dc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5908bd0dc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908bd0dc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5908bd0dc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1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6" name="Google Shape;66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1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75" name="Google Shape;75;p1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7" name="Google Shape;97;p2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2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6" name="Google Shape;116;p2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23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ctrTitle"/>
          </p:nvPr>
        </p:nvSpPr>
        <p:spPr>
          <a:xfrm>
            <a:off x="524150" y="942849"/>
            <a:ext cx="8222100" cy="5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HelpDesk - Geweb / Bionexo - </a:t>
            </a:r>
            <a:r>
              <a:rPr lang="pt-BR" sz="2400"/>
              <a:t>13/05/2019</a:t>
            </a:r>
            <a:endParaRPr sz="2400"/>
          </a:p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524150" y="1706152"/>
            <a:ext cx="8222100" cy="20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A partir de 13/05/2019 as demandas sobre integração devem ser requeridas via sistema de chamados</a:t>
            </a:r>
            <a:r>
              <a:rPr lang="pt-BR" sz="1400"/>
              <a:t>.</a:t>
            </a:r>
            <a:br>
              <a:rPr lang="pt-BR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Porque?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Utilizar o sistema de chamados, agrega maior controle, visibilidade e agilidade ao processo.</a:t>
            </a:r>
            <a:br>
              <a:rPr lang="pt-BR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Como é feita a abertura do chamado?</a:t>
            </a:r>
            <a:br>
              <a:rPr lang="pt-BR" sz="1400"/>
            </a:br>
            <a:r>
              <a:rPr lang="pt-BR" sz="1400"/>
              <a:t>Os chamados são abertos </a:t>
            </a:r>
            <a:r>
              <a:rPr lang="pt-BR" sz="1400"/>
              <a:t>no sistema (GeWeb) pela tela inicial, na opção: Help Desk</a:t>
            </a:r>
            <a:endParaRPr sz="1400"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00" y="179625"/>
            <a:ext cx="19050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800" y="3746448"/>
            <a:ext cx="2147400" cy="12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/>
        </p:nvSpPr>
        <p:spPr>
          <a:xfrm>
            <a:off x="0" y="139800"/>
            <a:ext cx="9144000" cy="5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Quem tem acesso a opção Help Desk?</a:t>
            </a:r>
            <a:b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Normalmente esta opção está associada ao "Key User" (Usuário-Chave) que é quem concentra esta atividade (abertura de chamados)</a:t>
            </a:r>
            <a:b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 empresa. Esta opção pode ser liberada no grupo de usuários do sistema de acordo com as necessidades da empresa.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Como será o acompanhamento dos chamados?</a:t>
            </a:r>
            <a:b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Estas demandas podem ser acompanhadas diretamente pelo "Key User" ou pelo usuário que abriu o chamado. Toda interação e evolutiva do atendimento é apresentado via "Tela de Chamados" e por "e-mail"</a:t>
            </a:r>
            <a:b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Prioridade</a:t>
            </a:r>
            <a:b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Todo chamado com o tipo: "Bionexo" é tratado como prioritário (tanto em nossa plataforma como por nossa equipe). A vitalidade do processo de integração e sua importância para a operação é de entendimento mútuo (Cliente e GeWeb), implementado o sistema de Help Desk,  estamos proporcionando a melhor experiência para o usuário.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Importante</a:t>
            </a:r>
            <a:b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Os canais de comunicação via "Skype porém sem os grupos" e por "e-mail" continuarão, pois entendemos que a proximidade com o usuário é vital, porém  orientamos que sempre seja aberto novo chamado pelo sistema de Help Desk.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555225" y="608775"/>
            <a:ext cx="7335600" cy="26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sistema de Help Desk traz mais agilidade e transparência em suas solicitações</a:t>
            </a:r>
            <a:br>
              <a:rPr lang="pt-BR"/>
            </a:br>
            <a:br>
              <a:rPr lang="pt-B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/>
            </a:br>
            <a:r>
              <a:rPr lang="pt-BR"/>
              <a:t>Ligue: +55 (16) 3877.9161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Email : comercial@geweb.com.br</a:t>
            </a:r>
            <a:br>
              <a:rPr lang="pt-BR"/>
            </a:br>
            <a:r>
              <a:rPr lang="pt-BR"/>
              <a:t>www.geweb.com.br</a:t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25" y="4199825"/>
            <a:ext cx="190500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