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5772e362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5772e362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5772e3620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5772e3620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5772e3620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5772e3620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5772e3620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5772e3620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6" name="Google Shape;56;p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14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5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6" name="Google Shape;66;p1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1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6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75" name="Google Shape;75;p16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6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6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6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0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97" name="Google Shape;97;p2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" name="Google Shape;106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21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8" name="Google Shape;108;p21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9" name="Google Shape;109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6" name="Google Shape;116;p2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" name="Google Shape;121;p23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"/>
            <a:ext cx="9144000" cy="3651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249876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 txBox="1"/>
          <p:nvPr/>
        </p:nvSpPr>
        <p:spPr>
          <a:xfrm>
            <a:off x="319725" y="2651150"/>
            <a:ext cx="7335600" cy="11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Ao abrir o Help Desk atalho na tela inicial do Geweb</a:t>
            </a:r>
            <a:br>
              <a:rPr lang="pt-BR"/>
            </a:br>
            <a:r>
              <a:rPr lang="pt-BR"/>
              <a:t>você será identificado assim como a empresa, nessa tela você pode acompanhar e abrir o ticket para suas demandas.</a:t>
            </a:r>
            <a:br>
              <a:rPr lang="pt-BR"/>
            </a:br>
            <a:r>
              <a:rPr lang="pt-BR"/>
              <a:t>Esses tickets abertos serão analisados pela equipe de suporte da Geweb e em seguida resolvido ou direcionado ao setor ou departamento correto.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788" y="0"/>
            <a:ext cx="8518426" cy="367285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7"/>
          <p:cNvSpPr txBox="1"/>
          <p:nvPr/>
        </p:nvSpPr>
        <p:spPr>
          <a:xfrm>
            <a:off x="312800" y="3747100"/>
            <a:ext cx="60687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Descreve sua demanda, problema ou sugestão.</a:t>
            </a:r>
            <a:br>
              <a:rPr lang="pt-BR"/>
            </a:br>
            <a:r>
              <a:rPr lang="pt-BR"/>
              <a:t>Informe a prioridade do seu chamado e o detalhe para análise do suporte</a:t>
            </a:r>
            <a:br>
              <a:rPr lang="pt-BR"/>
            </a:br>
            <a:r>
              <a:rPr lang="pt-BR"/>
              <a:t>Caso seja necessário para melhor entendimento inclua  também um anexo.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243932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8"/>
          <p:cNvSpPr txBox="1"/>
          <p:nvPr/>
        </p:nvSpPr>
        <p:spPr>
          <a:xfrm>
            <a:off x="152400" y="2591725"/>
            <a:ext cx="73356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Após abertura do ticket ou “chamado” você será direcionado a tela conforme ilustrado acima, onde pode ser observado o número do chamado aberto, a previsão de atendimento e o status do chamado.</a:t>
            </a:r>
            <a:br>
              <a:rPr lang="pt-BR"/>
            </a:br>
            <a:br>
              <a:rPr lang="pt-BR"/>
            </a:br>
            <a:r>
              <a:rPr lang="pt-BR"/>
              <a:t>Nessa tela você pode incluir novas informações ou responder algo sobre o chamado pela opção de responder representado pela seta em </a:t>
            </a:r>
            <a:r>
              <a:rPr lang="pt-BR">
                <a:highlight>
                  <a:srgbClr val="00FF00"/>
                </a:highlight>
              </a:rPr>
              <a:t>verde.</a:t>
            </a:r>
            <a:br>
              <a:rPr lang="pt-BR">
                <a:highlight>
                  <a:srgbClr val="00FF00"/>
                </a:highlight>
              </a:rPr>
            </a:br>
            <a:br>
              <a:rPr lang="pt-BR">
                <a:highlight>
                  <a:srgbClr val="00FF00"/>
                </a:highlight>
              </a:rPr>
            </a:br>
            <a:r>
              <a:rPr lang="pt-BR"/>
              <a:t>A opção em </a:t>
            </a:r>
            <a:r>
              <a:rPr lang="pt-BR">
                <a:highlight>
                  <a:srgbClr val="FF9900"/>
                </a:highlight>
              </a:rPr>
              <a:t>laranja  </a:t>
            </a:r>
            <a:r>
              <a:rPr lang="pt-BR"/>
              <a:t>para finalizar o chamado, quando o mesmo for resolvido ou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não houver mais necessidade.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96500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9"/>
          <p:cNvSpPr txBox="1"/>
          <p:nvPr/>
        </p:nvSpPr>
        <p:spPr>
          <a:xfrm>
            <a:off x="306925" y="1330025"/>
            <a:ext cx="7335600" cy="26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Depois de aberto o chamado voltando a tela anterior terá a lista de chamados, assim como o status de cada chamado e podendo visualizar detalhes em visualizar.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sistema de Help Desk traz mais agilidade e transparência em suas solicitações</a:t>
            </a:r>
            <a:br>
              <a:rPr lang="pt-BR"/>
            </a:br>
            <a:br>
              <a:rPr lang="pt-BR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t-BR"/>
            </a:br>
            <a:r>
              <a:rPr lang="pt-BR"/>
              <a:t>Ligue: +55 (16) 3877.9161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Email : comercial@geweb.com.br</a:t>
            </a:r>
            <a:br>
              <a:rPr lang="pt-BR"/>
            </a:br>
            <a:r>
              <a:rPr lang="pt-BR"/>
              <a:t>www.geweb.com.br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