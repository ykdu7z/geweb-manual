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oboto Thin"/>
      <p:regular r:id="rId11"/>
      <p:bold r:id="rId12"/>
      <p:italic r:id="rId13"/>
      <p:boldItalic r:id="rId14"/>
    </p:embeddedFont>
    <p:embeddedFont>
      <p:font typeface="Roboto Medium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font" Target="fonts/RobotoThin-regular.fntdata"/><Relationship Id="rId10" Type="http://schemas.openxmlformats.org/officeDocument/2006/relationships/slide" Target="slides/slide5.xml"/><Relationship Id="rId13" Type="http://schemas.openxmlformats.org/officeDocument/2006/relationships/font" Target="fonts/RobotoThin-italic.fntdata"/><Relationship Id="rId12" Type="http://schemas.openxmlformats.org/officeDocument/2006/relationships/font" Target="fonts/RobotoThin-bold.fntdata"/><Relationship Id="rId15" Type="http://schemas.openxmlformats.org/officeDocument/2006/relationships/font" Target="fonts/RobotoMedium-regular.fntdata"/><Relationship Id="rId14" Type="http://schemas.openxmlformats.org/officeDocument/2006/relationships/font" Target="fonts/RobotoThin-boldItalic.fntdata"/><Relationship Id="rId17" Type="http://schemas.openxmlformats.org/officeDocument/2006/relationships/font" Target="fonts/RobotoMedium-italic.fntdata"/><Relationship Id="rId16" Type="http://schemas.openxmlformats.org/officeDocument/2006/relationships/font" Target="fonts/RobotoMedium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oboto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4a8c767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4a8c767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4a8c7670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4a8c7670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a8c7670_0_1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4a8c7670_0_1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4a8c7670_0_1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4a8c7670_0_1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GeWeb/JCOM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força de vendas J</a:t>
            </a:r>
            <a:r>
              <a:rPr lang="pt-BR"/>
              <a:t>COM</a:t>
            </a:r>
            <a:r>
              <a:rPr lang="pt-BR"/>
              <a:t> tablet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Processo</a:t>
            </a:r>
            <a:endParaRPr/>
          </a:p>
        </p:txBody>
      </p:sp>
      <p:grpSp>
        <p:nvGrpSpPr>
          <p:cNvPr id="141" name="Google Shape;141;p14"/>
          <p:cNvGrpSpPr/>
          <p:nvPr/>
        </p:nvGrpSpPr>
        <p:grpSpPr>
          <a:xfrm>
            <a:off x="1192501" y="3395557"/>
            <a:ext cx="7143612" cy="1205983"/>
            <a:chOff x="1593000" y="2322568"/>
            <a:chExt cx="5957975" cy="643500"/>
          </a:xfrm>
        </p:grpSpPr>
        <p:sp>
          <p:nvSpPr>
            <p:cNvPr id="142" name="Google Shape;142;p1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Manutenção e Suporte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O processo é feito manualmente, acessando o banco de dados do cliente e analisando as views, suas regras e caso precise mudar algo realizar alterações nos comandos SQL.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" name="Google Shape;149;p14"/>
          <p:cNvGrpSpPr/>
          <p:nvPr/>
        </p:nvGrpSpPr>
        <p:grpSpPr>
          <a:xfrm>
            <a:off x="1192501" y="2167823"/>
            <a:ext cx="7143612" cy="1205983"/>
            <a:chOff x="1593000" y="2322568"/>
            <a:chExt cx="5957975" cy="643500"/>
          </a:xfrm>
        </p:grpSpPr>
        <p:sp>
          <p:nvSpPr>
            <p:cNvPr id="150" name="Google Shape;150;p1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Regras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Cada cliente integrado, pode ter uma ou mais regras nas views, a estrutura é a mesma 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porém</a:t>
              </a: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 as regras no sql do view pode variar de cliente para cliente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7" name="Google Shape;157;p14"/>
          <p:cNvGrpSpPr/>
          <p:nvPr/>
        </p:nvGrpSpPr>
        <p:grpSpPr>
          <a:xfrm>
            <a:off x="1192501" y="940071"/>
            <a:ext cx="7143612" cy="1205983"/>
            <a:chOff x="1593000" y="2322568"/>
            <a:chExt cx="5957975" cy="643500"/>
          </a:xfrm>
        </p:grpSpPr>
        <p:sp>
          <p:nvSpPr>
            <p:cNvPr id="158" name="Google Shape;158;p14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0C58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Views no GeWeb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0D5DDF"/>
            </a:solidFill>
            <a:ln>
              <a:noFill/>
            </a:ln>
            <a:effectLst>
              <a:outerShdw blurRad="71438" rotWithShape="0" algn="bl" dir="2700000" dist="28575">
                <a:srgbClr val="000000">
                  <a:alpha val="17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0E65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60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260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8D3"/>
                </a:buClr>
                <a:buSzPts val="1200"/>
                <a:buFont typeface="Roboto"/>
                <a:buChar char="●"/>
              </a:pPr>
              <a:r>
                <a:rPr lang="pt-BR" sz="1200">
                  <a:solidFill>
                    <a:srgbClr val="0C58D3"/>
                  </a:solidFill>
                  <a:latin typeface="Roboto"/>
                  <a:ea typeface="Roboto"/>
                  <a:cs typeface="Roboto"/>
                  <a:sym typeface="Roboto"/>
                </a:rPr>
                <a:t>Criamos no sistema views para que o retaguarda do JCOM consiga ler as informações de clientes,vendedores, produto e ĩnformações para gerar as vendas.</a:t>
              </a:r>
              <a:endParaRPr sz="1200">
                <a:solidFill>
                  <a:srgbClr val="0C58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Funcionamento</a:t>
            </a:r>
            <a:endParaRPr/>
          </a:p>
        </p:txBody>
      </p:sp>
      <p:grpSp>
        <p:nvGrpSpPr>
          <p:cNvPr id="170" name="Google Shape;170;p15"/>
          <p:cNvGrpSpPr/>
          <p:nvPr/>
        </p:nvGrpSpPr>
        <p:grpSpPr>
          <a:xfrm>
            <a:off x="483132" y="1066844"/>
            <a:ext cx="2153072" cy="2967350"/>
            <a:chOff x="1083025" y="1574025"/>
            <a:chExt cx="1834900" cy="2063239"/>
          </a:xfrm>
        </p:grpSpPr>
        <p:sp>
          <p:nvSpPr>
            <p:cNvPr id="171" name="Google Shape;171;p15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pt-BR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Login Tablet JCOM</a:t>
              </a:r>
              <a:endParaRPr b="1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15"/>
            <p:cNvSpPr txBox="1"/>
            <p:nvPr/>
          </p:nvSpPr>
          <p:spPr>
            <a:xfrm>
              <a:off x="1208510" y="2690164"/>
              <a:ext cx="1690200" cy="9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pt-BR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Vendedor acessa o tablet JCOM, com login e senha fornecidos pelo GeWeb, pois o login precisa ser validado no nosso WebService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73" name="Google Shape;173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D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" name="Google Shape;174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/>
                <a:t>  </a:t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15"/>
          <p:cNvGrpSpPr/>
          <p:nvPr/>
        </p:nvGrpSpPr>
        <p:grpSpPr>
          <a:xfrm>
            <a:off x="2488480" y="1241436"/>
            <a:ext cx="2153072" cy="1306501"/>
            <a:chOff x="1083025" y="1695421"/>
            <a:chExt cx="1834900" cy="908428"/>
          </a:xfrm>
        </p:grpSpPr>
        <p:cxnSp>
          <p:nvCxnSpPr>
            <p:cNvPr id="177" name="Google Shape;177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0D5DD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8" name="Google Shape;178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/>
                <a:t>  </a:t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15"/>
          <p:cNvGrpSpPr/>
          <p:nvPr/>
        </p:nvGrpSpPr>
        <p:grpSpPr>
          <a:xfrm>
            <a:off x="4497227" y="1240413"/>
            <a:ext cx="2153072" cy="1306501"/>
            <a:chOff x="1083025" y="1695421"/>
            <a:chExt cx="1834900" cy="908428"/>
          </a:xfrm>
        </p:grpSpPr>
        <p:cxnSp>
          <p:nvCxnSpPr>
            <p:cNvPr id="181" name="Google Shape;181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2" name="Google Shape;182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/>
                <a:t>  </a:t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" name="Google Shape;184;p15"/>
          <p:cNvGrpSpPr/>
          <p:nvPr/>
        </p:nvGrpSpPr>
        <p:grpSpPr>
          <a:xfrm>
            <a:off x="6507638" y="1240397"/>
            <a:ext cx="2153072" cy="1306501"/>
            <a:chOff x="1083025" y="1695421"/>
            <a:chExt cx="1834900" cy="908428"/>
          </a:xfrm>
        </p:grpSpPr>
        <p:cxnSp>
          <p:nvCxnSpPr>
            <p:cNvPr id="185" name="Google Shape;185;p15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" name="Google Shape;186;p15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/>
                <a:t>  </a:t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15"/>
          <p:cNvSpPr txBox="1"/>
          <p:nvPr/>
        </p:nvSpPr>
        <p:spPr>
          <a:xfrm>
            <a:off x="2636201" y="2672199"/>
            <a:ext cx="1983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Após login, vendedor tem acesso aos seus clientes, produtos, pedidos e condições para realizar a venda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3005815" y="1066844"/>
            <a:ext cx="7326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Tablet JCOM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4348474" y="1066850"/>
            <a:ext cx="1397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Envio do Pedido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4497226" y="2672199"/>
            <a:ext cx="1983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  o pedido finalizado no tablet o vendedor aciona no JCOM o envio do pedido que aciona por sua vez nosso webservice para receber o pedido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6355924" y="1066850"/>
            <a:ext cx="13974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GeWeb</a:t>
            </a:r>
            <a:endParaRPr b="1"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6650301" y="2672199"/>
            <a:ext cx="19833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GeWeb por sua vez processa o pedido e devolve um retorno para o vendedor.</a:t>
            </a:r>
            <a:b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pt-BR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 o pedido já está criado o movimento no GeWeb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Dicas: Manutenção/Suporte</a:t>
            </a:r>
            <a:endParaRPr/>
          </a:p>
        </p:txBody>
      </p:sp>
      <p:sp>
        <p:nvSpPr>
          <p:cNvPr id="199" name="Google Shape;199;p16"/>
          <p:cNvSpPr txBox="1"/>
          <p:nvPr>
            <p:ph idx="1" type="body"/>
          </p:nvPr>
        </p:nvSpPr>
        <p:spPr>
          <a:xfrm>
            <a:off x="891375" y="1011825"/>
            <a:ext cx="7445100" cy="34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Para analisar as views criadas no banco de dados do cliente</a:t>
            </a:r>
            <a:br>
              <a:rPr lang="pt-BR"/>
            </a:br>
            <a:r>
              <a:rPr lang="pt-BR"/>
              <a:t>As linhas marcadas em </a:t>
            </a:r>
            <a:r>
              <a:rPr lang="pt-BR"/>
              <a:t>vermelho</a:t>
            </a:r>
            <a:r>
              <a:rPr lang="pt-BR"/>
              <a:t>, caso for alterar a view precisam ser apagadas</a:t>
            </a:r>
            <a:br>
              <a:rPr lang="pt-BR"/>
            </a:br>
            <a:endParaRPr/>
          </a:p>
        </p:txBody>
      </p:sp>
      <p:pic>
        <p:nvPicPr>
          <p:cNvPr id="200" name="Google Shape;2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150" y="1632127"/>
            <a:ext cx="6177799" cy="23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Dicas: Manutenção/Suporte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1297500" y="1001400"/>
            <a:ext cx="70389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Adicionar a instrução OR REPLACE</a:t>
            </a:r>
            <a:br>
              <a:rPr lang="pt-BR"/>
            </a:br>
            <a:r>
              <a:rPr lang="pt-BR"/>
              <a:t>para que na hora da alteração se a view já existir ele faz update nela.</a:t>
            </a:r>
            <a:br>
              <a:rPr lang="pt-BR"/>
            </a:br>
            <a:r>
              <a:rPr lang="pt-BR"/>
              <a:t>Feito isso a </a:t>
            </a:r>
            <a:r>
              <a:rPr lang="pt-BR"/>
              <a:t>manutenção</a:t>
            </a:r>
            <a:r>
              <a:rPr lang="pt-BR"/>
              <a:t> é simples a instrução toda da view é uma consulta sql, a alteração inclusão ou </a:t>
            </a:r>
            <a:r>
              <a:rPr lang="pt-BR"/>
              <a:t>remoção</a:t>
            </a:r>
            <a:r>
              <a:rPr lang="pt-BR"/>
              <a:t> de campo são apenas inserções no select com uma formatação definida.</a:t>
            </a:r>
            <a:endParaRPr/>
          </a:p>
        </p:txBody>
      </p:sp>
      <p:pic>
        <p:nvPicPr>
          <p:cNvPr id="207" name="Google Shape;2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363" y="2247425"/>
            <a:ext cx="787717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1173000" y="4203700"/>
            <a:ext cx="7038900" cy="8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Após a alteração copiar e rodar o comando completo no console do sql para atualização da VIEW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