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c0a54831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c0a54831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c0a54831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c0a54831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c0a54831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c0a54831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c0a54831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c0a54831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c0a54831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c0a54831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HelpDesk - Geweb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Realizar a abertura de tickets e acompanhamento de suas demandas, ficou mais fácil usando o sistema de HelpDesk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12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249876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319725" y="2651150"/>
            <a:ext cx="73356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abrir o </a:t>
            </a:r>
            <a:r>
              <a:rPr lang="pt-BR"/>
              <a:t>Help Desk</a:t>
            </a:r>
            <a:r>
              <a:rPr lang="pt-BR"/>
              <a:t> atalho na tela inicial do Geweb</a:t>
            </a:r>
            <a:br>
              <a:rPr lang="pt-BR"/>
            </a:br>
            <a:r>
              <a:rPr lang="pt-BR"/>
              <a:t>você será identificado assim como a empresa, nessa tela você pode acompanhar e abrir o ticket para suas demandas.</a:t>
            </a:r>
            <a:br>
              <a:rPr lang="pt-BR"/>
            </a:br>
            <a:r>
              <a:rPr lang="pt-BR"/>
              <a:t>Esses tickets abertos serão analisados pela equipe de suporte da Geweb e em seguida resolvido ou direcionado ao setor ou departamento correto.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88" y="0"/>
            <a:ext cx="8518426" cy="3672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12800" y="3747100"/>
            <a:ext cx="60687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Descreve sua demanda, problema ou sugestão.</a:t>
            </a:r>
            <a:br>
              <a:rPr lang="pt-BR"/>
            </a:br>
            <a:r>
              <a:rPr lang="pt-BR"/>
              <a:t>Informe a prioridade do seu chamado e o detalhe para </a:t>
            </a:r>
            <a:r>
              <a:rPr lang="pt-BR"/>
              <a:t>análise</a:t>
            </a:r>
            <a:r>
              <a:rPr lang="pt-BR"/>
              <a:t> do suporte</a:t>
            </a:r>
            <a:br>
              <a:rPr lang="pt-BR"/>
            </a:br>
            <a:r>
              <a:rPr lang="pt-BR"/>
              <a:t>Caso seja </a:t>
            </a:r>
            <a:r>
              <a:rPr lang="pt-BR"/>
              <a:t>necessário</a:t>
            </a:r>
            <a:r>
              <a:rPr lang="pt-BR"/>
              <a:t> para melhor entendimento </a:t>
            </a:r>
            <a:r>
              <a:rPr lang="pt-BR"/>
              <a:t>inclua</a:t>
            </a:r>
            <a:r>
              <a:rPr lang="pt-BR"/>
              <a:t>  também um anexo.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43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152400" y="2591725"/>
            <a:ext cx="733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abertura do ticket ou “chamado” você será direcionado a tela conforme ilustrado acima, onde pode ser observado o </a:t>
            </a:r>
            <a:r>
              <a:rPr lang="pt-BR"/>
              <a:t>número</a:t>
            </a:r>
            <a:r>
              <a:rPr lang="pt-BR"/>
              <a:t> do chamado aberto, a previsão de atendimento e o status do chamado.</a:t>
            </a:r>
            <a:br>
              <a:rPr lang="pt-BR"/>
            </a:br>
            <a:br>
              <a:rPr lang="pt-BR"/>
            </a:br>
            <a:r>
              <a:rPr lang="pt-BR"/>
              <a:t>Nessa tela você pode incluir novas informações ou responder algo sobre o chamado pela opção de responder representado pela seta em </a:t>
            </a:r>
            <a:r>
              <a:rPr lang="pt-BR">
                <a:highlight>
                  <a:srgbClr val="00FF00"/>
                </a:highlight>
              </a:rPr>
              <a:t>verde.</a:t>
            </a:r>
            <a:br>
              <a:rPr lang="pt-BR">
                <a:highlight>
                  <a:srgbClr val="00FF00"/>
                </a:highlight>
              </a:rPr>
            </a:br>
            <a:br>
              <a:rPr lang="pt-BR">
                <a:highlight>
                  <a:srgbClr val="00FF00"/>
                </a:highlight>
              </a:rPr>
            </a:br>
            <a:r>
              <a:rPr lang="pt-BR"/>
              <a:t>A opção em </a:t>
            </a:r>
            <a:r>
              <a:rPr lang="pt-BR">
                <a:highlight>
                  <a:srgbClr val="FF9900"/>
                </a:highlight>
              </a:rPr>
              <a:t>laranja  </a:t>
            </a:r>
            <a:r>
              <a:rPr lang="pt-BR"/>
              <a:t>para finalizar o chamado, quando o mesmo for resolvido ou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não houver mais </a:t>
            </a:r>
            <a:r>
              <a:rPr lang="pt-BR"/>
              <a:t>necessidade.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96500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306925" y="1330025"/>
            <a:ext cx="7335600" cy="26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Depois de aberto o chamado voltando a tela anterior </a:t>
            </a:r>
            <a:r>
              <a:rPr lang="pt-BR"/>
              <a:t>terá</a:t>
            </a:r>
            <a:r>
              <a:rPr lang="pt-BR"/>
              <a:t> a lista de chamados, assim como o status de cada chamado e podendo visualizar detalhes em visualizar.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sistema de Help Desk traz mais agilidade e transparência em suas solicitações</a:t>
            </a:r>
            <a:br>
              <a:rPr lang="pt-BR"/>
            </a:br>
            <a:br>
              <a:rPr lang="pt-B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Ligue: +55 (16) 3877.9161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Email : comercial@geweb.com.br</a:t>
            </a:r>
            <a:br>
              <a:rPr lang="pt-BR"/>
            </a:br>
            <a:r>
              <a:rPr lang="pt-BR"/>
              <a:t>www.geweb.com.br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