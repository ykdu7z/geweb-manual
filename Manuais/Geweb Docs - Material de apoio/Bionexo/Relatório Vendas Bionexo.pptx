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Lato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96e11edb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96e11edb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96e11edb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96e11edb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43900" y="2354775"/>
            <a:ext cx="59769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Relatório Vendas Bionexo</a:t>
            </a:r>
            <a:endParaRPr sz="3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369175" y="31671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Itens ganhos e perdidos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102" y="864700"/>
            <a:ext cx="2902450" cy="88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85175" y="856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Relatórios -&gt; Movimentação -&gt; Perda de vendas</a:t>
            </a:r>
            <a:endParaRPr sz="18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75" y="523750"/>
            <a:ext cx="6540701" cy="451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00" y="2703350"/>
            <a:ext cx="8839202" cy="99885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>
            <p:ph type="title"/>
          </p:nvPr>
        </p:nvSpPr>
        <p:spPr>
          <a:xfrm>
            <a:off x="1186600" y="430725"/>
            <a:ext cx="7094700" cy="17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O relatório pode ser gerado em pdf/Excel</a:t>
            </a:r>
            <a:br>
              <a:rPr lang="pt-BR" sz="1400"/>
            </a:br>
            <a:r>
              <a:rPr lang="pt-BR" sz="1400"/>
              <a:t>As informações apresentadas na opção motivo </a:t>
            </a:r>
            <a:r>
              <a:rPr lang="pt-BR" sz="1400"/>
              <a:t>aparecem</a:t>
            </a:r>
            <a:r>
              <a:rPr lang="pt-BR" sz="1400"/>
              <a:t> da seguinte forma:</a:t>
            </a:r>
            <a:br>
              <a:rPr lang="pt-BR" sz="1400"/>
            </a:br>
            <a:r>
              <a:rPr lang="pt-BR" sz="1400"/>
              <a:t>O Primeiro motivo é a informação definida pela empresa</a:t>
            </a:r>
            <a:br>
              <a:rPr lang="pt-BR" sz="1400"/>
            </a:br>
            <a:r>
              <a:rPr lang="pt-BR" sz="1400"/>
              <a:t>O segundo abaixo é a informação que vem da plataforma Bionexo.</a:t>
            </a:r>
            <a:br>
              <a:rPr lang="pt-BR" sz="1400"/>
            </a:br>
            <a:br>
              <a:rPr lang="pt-BR" sz="1400"/>
            </a:br>
            <a:r>
              <a:rPr lang="pt-BR" sz="1400"/>
              <a:t>Exemplo:</a:t>
            </a:r>
            <a:br>
              <a:rPr lang="pt-BR" sz="1400"/>
            </a:br>
            <a:r>
              <a:rPr lang="pt-BR" sz="1400"/>
              <a:t>Marca não aceita (Informação da empresa)</a:t>
            </a:r>
            <a:br>
              <a:rPr lang="pt-BR" sz="1400"/>
            </a:br>
            <a:r>
              <a:rPr lang="pt-BR" sz="1400"/>
              <a:t>Adquirido</a:t>
            </a:r>
            <a:r>
              <a:rPr lang="pt-BR" sz="1400"/>
              <a:t> de outra empresa</a:t>
            </a:r>
            <a:br>
              <a:rPr lang="pt-BR" sz="1400"/>
            </a:b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