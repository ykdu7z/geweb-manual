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Thin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Roboto Medium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22" Type="http://schemas.openxmlformats.org/officeDocument/2006/relationships/font" Target="fonts/RobotoMedium-boldItalic.fntdata"/><Relationship Id="rId21" Type="http://schemas.openxmlformats.org/officeDocument/2006/relationships/font" Target="fonts/RobotoMedium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font" Target="fonts/RobotoThin-regular.fntdata"/><Relationship Id="rId10" Type="http://schemas.openxmlformats.org/officeDocument/2006/relationships/slide" Target="slides/slide5.xml"/><Relationship Id="rId13" Type="http://schemas.openxmlformats.org/officeDocument/2006/relationships/font" Target="fonts/RobotoThin-italic.fntdata"/><Relationship Id="rId12" Type="http://schemas.openxmlformats.org/officeDocument/2006/relationships/font" Target="fonts/RobotoThin-bold.fntdata"/><Relationship Id="rId15" Type="http://schemas.openxmlformats.org/officeDocument/2006/relationships/font" Target="fonts/Roboto-regular.fntdata"/><Relationship Id="rId14" Type="http://schemas.openxmlformats.org/officeDocument/2006/relationships/font" Target="fonts/RobotoThin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RobotoMedium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d873b000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d873b000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5d873b000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5d873b000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d873b0003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d873b0003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d873b0003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d873b0003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GeWeb/Mercos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325" y="4440950"/>
            <a:ext cx="1676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350" y="4436188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85175" y="258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captura dos pedidos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096775" y="864200"/>
            <a:ext cx="7899300" cy="3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Através de uma interface o cliente aciona o sincronismo dos pedidos.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GeWeb faz a consulta a api  mercos verificando  se há pedidos disponíveis para download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Caso encontre pedidos,  O sistema faz a validação pedido a pedido verificando se o cliente existe. Caso o mesmo não exista o sistema faz o cadastro do cliente para poder 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prosseguir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com o pedido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Após o sincronismo o sistema grava as informações dos pedidos, assim como data e hora da 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última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sincronização, para uso  no 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próximo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sincronismo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325" y="4440950"/>
            <a:ext cx="1676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350" y="4436188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5"/>
          <p:cNvGrpSpPr/>
          <p:nvPr/>
        </p:nvGrpSpPr>
        <p:grpSpPr>
          <a:xfrm>
            <a:off x="1281669" y="2199726"/>
            <a:ext cx="7356908" cy="973937"/>
            <a:chOff x="1593000" y="2322568"/>
            <a:chExt cx="5957975" cy="643500"/>
          </a:xfrm>
        </p:grpSpPr>
        <p:sp>
          <p:nvSpPr>
            <p:cNvPr id="150" name="Google Shape;150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Cria o pedido no ERP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Cria o pedido dentro do ERP com base nas informações coletadas da mercos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281669" y="1208152"/>
            <a:ext cx="7356908" cy="973937"/>
            <a:chOff x="1593000" y="2322568"/>
            <a:chExt cx="5957975" cy="643500"/>
          </a:xfrm>
        </p:grpSpPr>
        <p:sp>
          <p:nvSpPr>
            <p:cNvPr id="158" name="Google Shape;158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Validação dados do cliente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Analisa pedido a pedido os dados do cliente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5" name="Google Shape;165;p15"/>
          <p:cNvGrpSpPr/>
          <p:nvPr/>
        </p:nvGrpSpPr>
        <p:grpSpPr>
          <a:xfrm>
            <a:off x="1281669" y="216564"/>
            <a:ext cx="7356908" cy="973937"/>
            <a:chOff x="1593000" y="2322568"/>
            <a:chExt cx="5957975" cy="643500"/>
          </a:xfrm>
        </p:grpSpPr>
        <p:sp>
          <p:nvSpPr>
            <p:cNvPr id="166" name="Google Shape;166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Consulta Pedidos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Faz a verificação de pedidos na mercos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15"/>
          <p:cNvGrpSpPr/>
          <p:nvPr/>
        </p:nvGrpSpPr>
        <p:grpSpPr>
          <a:xfrm>
            <a:off x="1281669" y="3191310"/>
            <a:ext cx="7356908" cy="973937"/>
            <a:chOff x="1593000" y="2322568"/>
            <a:chExt cx="5957975" cy="643500"/>
          </a:xfrm>
        </p:grpSpPr>
        <p:sp>
          <p:nvSpPr>
            <p:cNvPr id="174" name="Google Shape;174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Atualiza informações do sincronismo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Atualiza as informações de 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sincronismo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, para que na 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próxima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atualização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 saiba quando fez o 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último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 download de pedidos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81" name="Google Shape;1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325" y="4440950"/>
            <a:ext cx="1676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350" y="4436188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Validações de segurança</a:t>
            </a:r>
            <a:endParaRPr/>
          </a:p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1223550" y="10376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Sempre que um pedido vier da integração o sistema valida se o pedido já foi processado </a:t>
            </a: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através</a:t>
            </a: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 de uma chave criada com os seguintes dados vindos da mercos:</a:t>
            </a: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endParaRPr/>
          </a:p>
        </p:txBody>
      </p:sp>
      <p:pic>
        <p:nvPicPr>
          <p:cNvPr id="189" name="Google Shape;1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25" y="2105025"/>
            <a:ext cx="4895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288" y="2696375"/>
            <a:ext cx="48863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9325" y="4440950"/>
            <a:ext cx="1676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1350" y="4436188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Operações extras</a:t>
            </a:r>
            <a:endParaRPr/>
          </a:p>
        </p:txBody>
      </p:sp>
      <p:sp>
        <p:nvSpPr>
          <p:cNvPr id="198" name="Google Shape;198;p17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Consultar cliente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Consulta de produto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Importação e consulta de pedido único </a:t>
            </a:r>
            <a:endParaRPr/>
          </a:p>
        </p:txBody>
      </p:sp>
      <p:pic>
        <p:nvPicPr>
          <p:cNvPr id="199" name="Google Shape;1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325" y="4440950"/>
            <a:ext cx="1676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350" y="4436188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